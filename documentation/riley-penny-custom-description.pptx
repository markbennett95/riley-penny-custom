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6858000" cy="9144000" type="letter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7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1"/>
    <p:restoredTop sz="94507"/>
  </p:normalViewPr>
  <p:slideViewPr>
    <p:cSldViewPr snapToGrid="0" snapToObjects="1">
      <p:cViewPr>
        <p:scale>
          <a:sx n="100" d="100"/>
          <a:sy n="100" d="100"/>
        </p:scale>
        <p:origin x="309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2411520F-444E-E148-8BA4-E128FE635EB7}" type="datetimeFigureOut">
              <a:rPr lang="en-CA" smtClean="0"/>
              <a:t>2026-04-26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73163"/>
            <a:ext cx="237807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749463D-0293-EC49-B01B-D84E1C83B6CB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967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9463D-0293-EC49-B01B-D84E1C83B6CB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69999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21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99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3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31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5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83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7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7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2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6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6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ennettcustomaudio.c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96D1686-814D-CF48-AC05-AF125278DA03}"/>
              </a:ext>
            </a:extLst>
          </p:cNvPr>
          <p:cNvSpPr txBox="1"/>
          <p:nvPr/>
        </p:nvSpPr>
        <p:spPr>
          <a:xfrm>
            <a:off x="2347647" y="8518991"/>
            <a:ext cx="2145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00" dirty="0">
                <a:solidFill>
                  <a:schemeClr val="bg2">
                    <a:lumMod val="50000"/>
                  </a:schemeClr>
                </a:solidFill>
                <a:hlinkClick r:id="rId3"/>
              </a:rPr>
              <a:t>www.bennettcustomaudio.ca</a:t>
            </a:r>
            <a:endParaRPr lang="en-CA" sz="11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CA" sz="1100" dirty="0">
                <a:solidFill>
                  <a:schemeClr val="bg2">
                    <a:lumMod val="50000"/>
                  </a:schemeClr>
                </a:solidFill>
              </a:rPr>
              <a:t>bennettcustomaudio@gmail.com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263C2F-48F6-9A40-A1F2-52F68DB0A76F}"/>
              </a:ext>
            </a:extLst>
          </p:cNvPr>
          <p:cNvSpPr txBox="1"/>
          <p:nvPr/>
        </p:nvSpPr>
        <p:spPr>
          <a:xfrm>
            <a:off x="3197351" y="203142"/>
            <a:ext cx="3084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“Chinook”</a:t>
            </a:r>
          </a:p>
          <a:p>
            <a:pPr algn="ctr"/>
            <a:r>
              <a:rPr lang="en-US" sz="2400" dirty="0"/>
              <a:t>Custom Dual Overdrive</a:t>
            </a:r>
            <a:endParaRPr lang="en-CA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3D969A-D1DA-BA4E-A2C5-04D48E444A5C}"/>
              </a:ext>
            </a:extLst>
          </p:cNvPr>
          <p:cNvSpPr txBox="1"/>
          <p:nvPr/>
        </p:nvSpPr>
        <p:spPr>
          <a:xfrm>
            <a:off x="327330" y="1222101"/>
            <a:ext cx="618661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A" sz="1400" b="1" dirty="0">
                <a:cs typeface="Calibri" panose="020F0502020204030204" pitchFamily="34" charset="0"/>
              </a:rPr>
              <a:t>Introduction:</a:t>
            </a:r>
          </a:p>
          <a:p>
            <a:pPr algn="just"/>
            <a:r>
              <a:rPr lang="en-CA" sz="1100" dirty="0">
                <a:cs typeface="Calibri" panose="020F0502020204030204" pitchFamily="34" charset="0"/>
              </a:rPr>
              <a:t>This custom-designed pedal features two independent overdrive circuits with order switching. The overdrives are modified versions of the Boss BD2 (“BD2”), and the </a:t>
            </a:r>
            <a:r>
              <a:rPr lang="en-CA" sz="1100" dirty="0" err="1">
                <a:cs typeface="Calibri" panose="020F0502020204030204" pitchFamily="34" charset="0"/>
              </a:rPr>
              <a:t>Zendrive</a:t>
            </a:r>
            <a:r>
              <a:rPr lang="en-CA" sz="1100" dirty="0">
                <a:cs typeface="Calibri" panose="020F0502020204030204" pitchFamily="34" charset="0"/>
              </a:rPr>
              <a:t> by Hermida Audio (“</a:t>
            </a:r>
            <a:r>
              <a:rPr lang="en-CA" sz="1100" dirty="0" err="1">
                <a:cs typeface="Calibri" panose="020F0502020204030204" pitchFamily="34" charset="0"/>
              </a:rPr>
              <a:t>Zendrive</a:t>
            </a:r>
            <a:r>
              <a:rPr lang="en-CA" sz="1100" dirty="0">
                <a:cs typeface="Calibri" panose="020F0502020204030204" pitchFamily="34" charset="0"/>
              </a:rPr>
              <a:t>”). The Chinook must be powered by a 9-18VDC, centre-negative power supply, capable of delivering 100mA of current – It does not have room for a battery inside. Like all our pedals, The Chinook was designed and assembled by hand in St. John’s, NL.</a:t>
            </a:r>
          </a:p>
        </p:txBody>
      </p:sp>
      <p:pic>
        <p:nvPicPr>
          <p:cNvPr id="46" name="Picture 45" descr="A drawing of a face&#10;&#10;Description automatically generated">
            <a:extLst>
              <a:ext uri="{FF2B5EF4-FFF2-40B4-BE49-F238E27FC236}">
                <a16:creationId xmlns:a16="http://schemas.microsoft.com/office/drawing/2014/main" id="{E3CD7890-B5CE-1C4B-8B12-665B25BE90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720"/>
          <a:stretch/>
        </p:blipFill>
        <p:spPr>
          <a:xfrm>
            <a:off x="680335" y="159581"/>
            <a:ext cx="2184408" cy="87455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28A1C88-EBC5-1940-8C4A-A93516F5D3E6}"/>
              </a:ext>
            </a:extLst>
          </p:cNvPr>
          <p:cNvSpPr txBox="1"/>
          <p:nvPr/>
        </p:nvSpPr>
        <p:spPr>
          <a:xfrm>
            <a:off x="327329" y="2564225"/>
            <a:ext cx="6186616" cy="503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CA" sz="1400" b="1" dirty="0"/>
              <a:t>Controls:</a:t>
            </a:r>
            <a:endParaRPr lang="en-CA" sz="1100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BD2 VOL: </a:t>
            </a:r>
            <a:r>
              <a:rPr lang="en-CA" sz="1100" dirty="0"/>
              <a:t>Controls the output level of the BD2. Turn it up for a louder signal.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BD2 GAIN:</a:t>
            </a:r>
            <a:r>
              <a:rPr lang="en-CA" sz="1100" dirty="0"/>
              <a:t> Determines the amount of distortion in the BD2. Turn it up for a more distorted, sustaining tone with more harmonics. Turn it down for a cleaner sound.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BD2 BASS: </a:t>
            </a:r>
            <a:r>
              <a:rPr lang="en-CA" sz="1100" dirty="0"/>
              <a:t>Controls the amount of bass in the BD2. It has a centre-notch for a flat response, and may be boost or cut from there by turning it up or down.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BD2 MIDS:</a:t>
            </a:r>
            <a:r>
              <a:rPr lang="en-CA" sz="1100" dirty="0"/>
              <a:t> A 3-position switch that sets the mid-range response of the pedal. The CENTRE position gives a flat response. DOWN gives a scooped mid, and UP gives a pushed </a:t>
            </a:r>
            <a:r>
              <a:rPr lang="en-CA" sz="1100" dirty="0" err="1"/>
              <a:t>mids</a:t>
            </a:r>
            <a:r>
              <a:rPr lang="en-CA" sz="1100" dirty="0"/>
              <a:t> response.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BD2 TREBLE:</a:t>
            </a:r>
            <a:r>
              <a:rPr lang="en-CA" sz="1100" dirty="0"/>
              <a:t> Controls the amount of treble in the BD2. It has a centre-notch for a flat response, and may be boost or cut from there by turning it up or down.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VOL: </a:t>
            </a:r>
            <a:r>
              <a:rPr lang="en-CA" sz="1100" dirty="0"/>
              <a:t>Controls the output level of the </a:t>
            </a:r>
            <a:r>
              <a:rPr lang="en-CA" sz="1100" dirty="0" err="1"/>
              <a:t>Zendrive</a:t>
            </a:r>
            <a:r>
              <a:rPr lang="en-CA" sz="1100" dirty="0"/>
              <a:t>. Turn it up for a louder signal.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GAIN:</a:t>
            </a:r>
            <a:r>
              <a:rPr lang="en-CA" sz="1100" dirty="0"/>
              <a:t> Determines the amount of distortion in the </a:t>
            </a:r>
            <a:r>
              <a:rPr lang="en-CA" sz="1100" dirty="0" err="1"/>
              <a:t>Zendrive</a:t>
            </a:r>
            <a:r>
              <a:rPr lang="en-CA" sz="1100" dirty="0"/>
              <a:t>. Turn it up for a more distorted, sustaining tone with more harmonics. Turn it down for a cleaner sound.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TONE: </a:t>
            </a:r>
            <a:r>
              <a:rPr lang="en-CA" sz="1100" dirty="0"/>
              <a:t>Controls how warm or bright the tone will be. Turn it up for a bright sound.</a:t>
            </a:r>
            <a:endParaRPr lang="en-CA" sz="1100" b="1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VERSION SWITCH:</a:t>
            </a:r>
            <a:r>
              <a:rPr lang="en-CA" sz="1100" dirty="0"/>
              <a:t> Sets the “version” of the </a:t>
            </a:r>
            <a:r>
              <a:rPr lang="en-CA" sz="1100" dirty="0" err="1"/>
              <a:t>Zendrive</a:t>
            </a:r>
            <a:r>
              <a:rPr lang="en-CA" sz="1100" dirty="0"/>
              <a:t>. Version I is brighter, with asymmetric clipping, less bass, and less overall gain. Version II has more gain, bass, and symmetric clipping for a warmer, fuzzier tone.</a:t>
            </a:r>
            <a:endParaRPr lang="en-CA" sz="1100" b="1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VOICE: </a:t>
            </a:r>
            <a:r>
              <a:rPr lang="en-CA" sz="1100" dirty="0"/>
              <a:t>Sets the pre-gain bass of the </a:t>
            </a:r>
            <a:r>
              <a:rPr lang="en-CA" sz="1100" dirty="0" err="1"/>
              <a:t>Zendrive</a:t>
            </a:r>
            <a:r>
              <a:rPr lang="en-CA" sz="1100" dirty="0"/>
              <a:t>. Turning it down gives a warmer, less distorted sound. Turning it up gives a brighter sound with more overall gain.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BD2 Footswitch: </a:t>
            </a:r>
            <a:r>
              <a:rPr lang="en-CA" sz="1100" dirty="0"/>
              <a:t>Toggles the BD2 on or off with true bypass. IF the LED next to it is illuminated, your signal is passing into the effect.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Order Switch:</a:t>
            </a:r>
            <a:r>
              <a:rPr lang="en-CA" sz="1100" dirty="0"/>
              <a:t> Sets the order of the two overdrive circuits. UP puts the </a:t>
            </a:r>
            <a:r>
              <a:rPr lang="en-CA" sz="1100" dirty="0" err="1"/>
              <a:t>Zendrive</a:t>
            </a:r>
            <a:r>
              <a:rPr lang="en-CA" sz="1100" dirty="0"/>
              <a:t> before the BD2 in your signal chain, DOWN puts the BD2 before the </a:t>
            </a:r>
            <a:r>
              <a:rPr lang="en-CA" sz="1100" dirty="0" err="1"/>
              <a:t>Zendrive</a:t>
            </a:r>
            <a:r>
              <a:rPr lang="en-CA" sz="1100" dirty="0"/>
              <a:t>.</a:t>
            </a:r>
            <a:endParaRPr lang="en-CA" sz="1100" b="1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Footswitch: </a:t>
            </a:r>
            <a:r>
              <a:rPr lang="en-CA" sz="1100" dirty="0"/>
              <a:t>Toggles the </a:t>
            </a:r>
            <a:r>
              <a:rPr lang="en-CA" sz="1100" dirty="0" err="1"/>
              <a:t>Zendrive</a:t>
            </a:r>
            <a:r>
              <a:rPr lang="en-CA" sz="1100" dirty="0"/>
              <a:t> on or off with true bypass. IF the LED next to it is illuminated, your signal is passing into the effect.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23C7-89F4-4083-7FD4-BF9AB9E4FF0A}"/>
              </a:ext>
            </a:extLst>
          </p:cNvPr>
          <p:cNvSpPr txBox="1"/>
          <p:nvPr/>
        </p:nvSpPr>
        <p:spPr>
          <a:xfrm>
            <a:off x="327329" y="8688268"/>
            <a:ext cx="5517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V1.0.0</a:t>
            </a:r>
          </a:p>
        </p:txBody>
      </p:sp>
    </p:spTree>
    <p:extLst>
      <p:ext uri="{BB962C8B-B14F-4D97-AF65-F5344CB8AC3E}">
        <p14:creationId xmlns:p14="http://schemas.microsoft.com/office/powerpoint/2010/main" val="287214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1960</TotalTime>
  <Words>515</Words>
  <Application>Microsoft Office PowerPoint</Application>
  <PresentationFormat>Letter Paper (8.5x11 in)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Bennett</dc:creator>
  <cp:lastModifiedBy>Mark Bennett</cp:lastModifiedBy>
  <cp:revision>83</cp:revision>
  <cp:lastPrinted>2024-04-03T20:03:51Z</cp:lastPrinted>
  <dcterms:created xsi:type="dcterms:W3CDTF">2019-02-20T22:48:07Z</dcterms:created>
  <dcterms:modified xsi:type="dcterms:W3CDTF">2026-04-26T16:22:08Z</dcterms:modified>
</cp:coreProperties>
</file>